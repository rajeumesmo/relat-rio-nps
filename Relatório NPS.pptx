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FD63"/>
    <a:srgbClr val="FDFA90"/>
    <a:srgbClr val="FF8181"/>
    <a:srgbClr val="FF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9D6CC-165C-75C0-7599-41FE39C26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4F6562-B89E-F6A8-3071-85E8E72CE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600505-32FF-2EF3-3959-41238532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F7DE20-C93A-2021-43B3-2D7F2529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A724EA-FEDE-8A26-7012-E776EE08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137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01048-362F-FE90-1937-9AFAA786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3622B2-9B20-C253-251B-B681BCC5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5441EF-3123-5BC4-E9F0-F124BAE91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367039-5A55-E65C-A0FB-EB48AF41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092E0B-0BEA-77D2-5160-00B2ABA6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02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9B2FF-8610-738B-E521-6E2AD5CF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85A913-3006-BC52-378F-347D859C2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089A63-E0EF-B47B-6E6B-56EAF2C5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29D656-C2EE-6ED4-5284-945C1A33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0707E7-CE2F-40BF-9BA5-7F73BAAB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91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4F58A-1368-6535-E0BB-D90583F7A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192BFD-3246-6579-4644-DCBEE7C61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A22B89-ECC1-243C-F397-7D0D03AA2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5E5C07-B9D4-18F3-649A-28A6DB4D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B5352D-D88A-CE1B-F0F5-96952EC7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E81B63-9984-C227-0960-791A9E76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06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DB59E-193B-608A-E806-D7924423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755417-ADD8-52AE-2FA9-CD2D8288B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9E043D-4013-93FF-46F1-7A058118C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01FDC7F-4E3C-ECDA-66FB-B1EDE3A14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154417-A6E3-54E6-881D-9ADF2E819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8991042-6F54-A32B-8F63-B5BEAEEC8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72A041-1D73-6DA7-C6AA-6D70191D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31694B2-4F05-B035-8C8B-9E7E45EEF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672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875F0-7015-3AA1-9500-F11A69FC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BE7EBC-C46F-F0F5-C8DC-94595BD8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9D26AE-8449-89D9-DBBF-0527CF73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519B06-B3F6-33A9-F550-A0D7282D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370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1D8F16-FF3F-10F8-19D6-7C52635E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9152150-7755-F8DA-BCE1-7D91A82A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57D071-B23D-7EEE-888A-B4578CE65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70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9F359-B765-4E6E-4880-E28DCE00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544EB1-AE9F-A981-5443-D0626B17D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76BC22-1999-F543-72FD-B7DCC39E6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21024F-10C3-46B5-89BB-696F9346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8C531F-49D3-7D37-D1C2-7B21C3A40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285567-1951-BC74-344D-001B5C9BE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53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8E1ED-59DE-9F1D-D792-5532981FB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0BE1A3-8D13-A99F-D0CC-8875692A3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D415FC-A22B-2CEA-7393-A55889537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E17F7E-48EF-F25B-DB87-7E903510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B070C3-F98D-2084-6160-3D6210D14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A6426E-1CAB-F688-2A55-D0AAF549E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66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104F-F5EE-96D5-9DC8-630BD43F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BB10EC-DDA4-D6A6-C0D2-FC10D82EC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B5D4AF-66B9-AF32-14F4-1D934051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D8DBFD-A66D-6A6D-AFF9-147CEB29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077F95-DE1F-F814-3E5E-50AB72B2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145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7A34A1-755E-2C96-6AFD-A552A3C77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FA07CA-B97C-E270-A1CF-909E1C82A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76B879-1670-E437-6E31-CCFD9B792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91E91B-0873-B648-6DC2-FF126320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F2141F-A563-7EDF-74CC-0F206F37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97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BED91B4-0B54-9FAC-72BD-48FE0CF7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716CC3-9B05-CC05-918E-C82D76276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DF3149-FCF7-F715-92BF-0219B9027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D9617-B291-445D-9EDA-89137203D9CC}" type="datetimeFigureOut">
              <a:rPr lang="pt-BR" smtClean="0"/>
              <a:t>24/05/2026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607CA2-299C-D3DF-F1A8-CFB464D72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0768AD-2D40-908D-8E01-9A3AC4604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B6F6A-D302-4C77-A883-6EE72A0BE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07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299BD06-6C21-5DA5-2F80-661FF45BF65A}"/>
              </a:ext>
            </a:extLst>
          </p:cNvPr>
          <p:cNvSpPr/>
          <p:nvPr/>
        </p:nvSpPr>
        <p:spPr>
          <a:xfrm>
            <a:off x="0" y="0"/>
            <a:ext cx="12593782" cy="7038109"/>
          </a:xfrm>
          <a:prstGeom prst="rect">
            <a:avLst/>
          </a:prstGeom>
          <a:gradFill flip="none" rotWithShape="1">
            <a:gsLst>
              <a:gs pos="8000">
                <a:schemeClr val="tx2">
                  <a:lumMod val="90000"/>
                  <a:lumOff val="10000"/>
                </a:schemeClr>
              </a:gs>
              <a:gs pos="98000">
                <a:schemeClr val="tx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47DC8D-5A0E-FEA4-4723-49E04979B9F5}"/>
              </a:ext>
            </a:extLst>
          </p:cNvPr>
          <p:cNvSpPr txBox="1"/>
          <p:nvPr/>
        </p:nvSpPr>
        <p:spPr>
          <a:xfrm>
            <a:off x="1988457" y="1756229"/>
            <a:ext cx="7141029" cy="1901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33FBC22-B74A-DC56-D8EC-17C364DE5537}"/>
              </a:ext>
            </a:extLst>
          </p:cNvPr>
          <p:cNvSpPr/>
          <p:nvPr/>
        </p:nvSpPr>
        <p:spPr>
          <a:xfrm>
            <a:off x="-1313543" y="2423885"/>
            <a:ext cx="15220868" cy="1754326"/>
          </a:xfrm>
          <a:prstGeom prst="rect">
            <a:avLst/>
          </a:prstGeom>
          <a:gradFill>
            <a:gsLst>
              <a:gs pos="8000">
                <a:schemeClr val="tx2">
                  <a:lumMod val="90000"/>
                  <a:lumOff val="10000"/>
                </a:schemeClr>
              </a:gs>
              <a:gs pos="98000">
                <a:schemeClr val="tx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RELATÓRIO</a:t>
            </a:r>
          </a:p>
          <a:p>
            <a:pPr algn="ctr"/>
            <a:r>
              <a:rPr lang="pt-BR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NPS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5DCCF3E-006E-A49C-483B-2D2DDF8B8BBE}"/>
              </a:ext>
            </a:extLst>
          </p:cNvPr>
          <p:cNvSpPr/>
          <p:nvPr/>
        </p:nvSpPr>
        <p:spPr>
          <a:xfrm>
            <a:off x="3706091" y="5007429"/>
            <a:ext cx="5181600" cy="8128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57E4548-EEEF-8A4B-599E-2B755777E03D}"/>
              </a:ext>
            </a:extLst>
          </p:cNvPr>
          <p:cNvSpPr txBox="1"/>
          <p:nvPr/>
        </p:nvSpPr>
        <p:spPr>
          <a:xfrm>
            <a:off x="4823691" y="5229163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>
                    <a:lumMod val="95000"/>
                  </a:schemeClr>
                </a:solidFill>
              </a:rPr>
              <a:t>ACESSAR RELATÓRIO NPS</a:t>
            </a:r>
          </a:p>
        </p:txBody>
      </p:sp>
    </p:spTree>
    <p:extLst>
      <p:ext uri="{BB962C8B-B14F-4D97-AF65-F5344CB8AC3E}">
        <p14:creationId xmlns:p14="http://schemas.microsoft.com/office/powerpoint/2010/main" val="3168146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299BD06-6C21-5DA5-2F80-661FF45BF65A}"/>
              </a:ext>
            </a:extLst>
          </p:cNvPr>
          <p:cNvSpPr/>
          <p:nvPr/>
        </p:nvSpPr>
        <p:spPr>
          <a:xfrm>
            <a:off x="-12021" y="-10039"/>
            <a:ext cx="12192000" cy="7038109"/>
          </a:xfrm>
          <a:prstGeom prst="rect">
            <a:avLst/>
          </a:prstGeom>
          <a:gradFill flip="none" rotWithShape="1">
            <a:gsLst>
              <a:gs pos="8000">
                <a:schemeClr val="tx2">
                  <a:lumMod val="90000"/>
                  <a:lumOff val="10000"/>
                </a:schemeClr>
              </a:gs>
              <a:gs pos="98000">
                <a:schemeClr val="tx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776B9F7-18BD-3D12-284D-9A2DE21DA2E6}"/>
              </a:ext>
            </a:extLst>
          </p:cNvPr>
          <p:cNvSpPr/>
          <p:nvPr/>
        </p:nvSpPr>
        <p:spPr>
          <a:xfrm>
            <a:off x="246743" y="246741"/>
            <a:ext cx="2143531" cy="652455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D61819-7881-C9B8-9B7C-CFB640558FF8}"/>
              </a:ext>
            </a:extLst>
          </p:cNvPr>
          <p:cNvSpPr txBox="1"/>
          <p:nvPr/>
        </p:nvSpPr>
        <p:spPr>
          <a:xfrm>
            <a:off x="561474" y="380150"/>
            <a:ext cx="1507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RELATÓRIO</a:t>
            </a:r>
          </a:p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NPS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45463F5-266A-DD65-9327-0090038254D1}"/>
              </a:ext>
            </a:extLst>
          </p:cNvPr>
          <p:cNvSpPr/>
          <p:nvPr/>
        </p:nvSpPr>
        <p:spPr>
          <a:xfrm>
            <a:off x="527480" y="1211942"/>
            <a:ext cx="1507958" cy="969784"/>
          </a:xfrm>
          <a:prstGeom prst="roundRect">
            <a:avLst>
              <a:gd name="adj" fmla="val 26577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C4AB49A-907A-52FC-0DF5-C9543FF512F6}"/>
              </a:ext>
            </a:extLst>
          </p:cNvPr>
          <p:cNvSpPr txBox="1"/>
          <p:nvPr/>
        </p:nvSpPr>
        <p:spPr>
          <a:xfrm>
            <a:off x="561474" y="1374974"/>
            <a:ext cx="1439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MATRICULADOS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6BA8F5F-6B57-EEF5-F5CB-A4CB7BBD8229}"/>
              </a:ext>
            </a:extLst>
          </p:cNvPr>
          <p:cNvSpPr/>
          <p:nvPr/>
        </p:nvSpPr>
        <p:spPr>
          <a:xfrm>
            <a:off x="527480" y="2367187"/>
            <a:ext cx="1507958" cy="969784"/>
          </a:xfrm>
          <a:prstGeom prst="roundRect">
            <a:avLst>
              <a:gd name="adj" fmla="val 26577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4B8C5CE-8DC6-7D53-6C00-A98F93341282}"/>
              </a:ext>
            </a:extLst>
          </p:cNvPr>
          <p:cNvSpPr txBox="1"/>
          <p:nvPr/>
        </p:nvSpPr>
        <p:spPr>
          <a:xfrm>
            <a:off x="561474" y="2568186"/>
            <a:ext cx="1439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RESPONDENTES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6A83C3B-2024-9EA4-A659-A1E5293A421F}"/>
              </a:ext>
            </a:extLst>
          </p:cNvPr>
          <p:cNvSpPr/>
          <p:nvPr/>
        </p:nvSpPr>
        <p:spPr>
          <a:xfrm>
            <a:off x="2630906" y="684634"/>
            <a:ext cx="3224462" cy="18799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71EC5BB-2D45-D07C-609B-2B34154B6483}"/>
              </a:ext>
            </a:extLst>
          </p:cNvPr>
          <p:cNvSpPr/>
          <p:nvPr/>
        </p:nvSpPr>
        <p:spPr>
          <a:xfrm>
            <a:off x="6096000" y="684634"/>
            <a:ext cx="3144253" cy="18799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BD19448-DF47-C96F-A6A5-3F08A3F37559}"/>
              </a:ext>
            </a:extLst>
          </p:cNvPr>
          <p:cNvSpPr/>
          <p:nvPr/>
        </p:nvSpPr>
        <p:spPr>
          <a:xfrm>
            <a:off x="9480885" y="689005"/>
            <a:ext cx="2464372" cy="6082286"/>
          </a:xfrm>
          <a:prstGeom prst="roundRect">
            <a:avLst>
              <a:gd name="adj" fmla="val 90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50CF852-C92E-84DA-BEE4-ACA696837EC2}"/>
              </a:ext>
            </a:extLst>
          </p:cNvPr>
          <p:cNvSpPr/>
          <p:nvPr/>
        </p:nvSpPr>
        <p:spPr>
          <a:xfrm>
            <a:off x="2713408" y="2772607"/>
            <a:ext cx="6609348" cy="2004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8D09CCF-4D83-B4EB-BA40-131E0C65F125}"/>
              </a:ext>
            </a:extLst>
          </p:cNvPr>
          <p:cNvSpPr/>
          <p:nvPr/>
        </p:nvSpPr>
        <p:spPr>
          <a:xfrm>
            <a:off x="2615226" y="4987403"/>
            <a:ext cx="6625027" cy="17874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Superiores Arredondados 21">
            <a:extLst>
              <a:ext uri="{FF2B5EF4-FFF2-40B4-BE49-F238E27FC236}">
                <a16:creationId xmlns:a16="http://schemas.microsoft.com/office/drawing/2014/main" id="{13D5EB92-E1D5-C417-61BC-D02910695BE3}"/>
              </a:ext>
            </a:extLst>
          </p:cNvPr>
          <p:cNvSpPr/>
          <p:nvPr/>
        </p:nvSpPr>
        <p:spPr>
          <a:xfrm>
            <a:off x="246743" y="6477850"/>
            <a:ext cx="2143530" cy="293441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6D19507-3EAC-9739-3C48-02056A0BDDF8}"/>
              </a:ext>
            </a:extLst>
          </p:cNvPr>
          <p:cNvSpPr txBox="1"/>
          <p:nvPr/>
        </p:nvSpPr>
        <p:spPr>
          <a:xfrm>
            <a:off x="587829" y="6439904"/>
            <a:ext cx="131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LIMPAR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E4FE6A1-3977-8EB0-64A4-181ADF024D67}"/>
              </a:ext>
            </a:extLst>
          </p:cNvPr>
          <p:cNvSpPr txBox="1"/>
          <p:nvPr/>
        </p:nvSpPr>
        <p:spPr>
          <a:xfrm>
            <a:off x="2975430" y="703315"/>
            <a:ext cx="2662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</a:rPr>
              <a:t>INDICADOR GERAL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9166E3A-27EF-B5D6-2298-389EB909AF9F}"/>
              </a:ext>
            </a:extLst>
          </p:cNvPr>
          <p:cNvSpPr txBox="1"/>
          <p:nvPr/>
        </p:nvSpPr>
        <p:spPr>
          <a:xfrm>
            <a:off x="6336631" y="678402"/>
            <a:ext cx="2662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</a:rPr>
              <a:t>% NOTAS VÁLIDAS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E5F223B-10EA-2B5A-A712-B1D2D139BD65}"/>
              </a:ext>
            </a:extLst>
          </p:cNvPr>
          <p:cNvSpPr txBox="1"/>
          <p:nvPr/>
        </p:nvSpPr>
        <p:spPr>
          <a:xfrm>
            <a:off x="9440396" y="684634"/>
            <a:ext cx="2662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</a:rPr>
              <a:t>QUANTIDADE DE NOTAS POR GRUPO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CC183A9-34F1-9967-2BAA-4E07454A4CCF}"/>
              </a:ext>
            </a:extLst>
          </p:cNvPr>
          <p:cNvSpPr txBox="1"/>
          <p:nvPr/>
        </p:nvSpPr>
        <p:spPr>
          <a:xfrm>
            <a:off x="3216062" y="2772607"/>
            <a:ext cx="559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</a:rPr>
              <a:t>QUATIDADE DE  RESPOSTA POR NOTA NPS 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EF7D397-2FA9-9602-0A2F-66BFBA316F8D}"/>
              </a:ext>
            </a:extLst>
          </p:cNvPr>
          <p:cNvSpPr txBox="1"/>
          <p:nvPr/>
        </p:nvSpPr>
        <p:spPr>
          <a:xfrm>
            <a:off x="4523872" y="4998480"/>
            <a:ext cx="3128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</a:rPr>
              <a:t>NPS DOS ÚLIMOS 6 MESE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57E1D9F-348A-FA38-1F46-97A09EA91725}"/>
              </a:ext>
            </a:extLst>
          </p:cNvPr>
          <p:cNvSpPr txBox="1"/>
          <p:nvPr/>
        </p:nvSpPr>
        <p:spPr>
          <a:xfrm>
            <a:off x="3709376" y="3286256"/>
            <a:ext cx="26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BF6E495-3CCC-55C5-D0A1-37D8C8EAFA9E}"/>
              </a:ext>
            </a:extLst>
          </p:cNvPr>
          <p:cNvSpPr txBox="1"/>
          <p:nvPr/>
        </p:nvSpPr>
        <p:spPr>
          <a:xfrm>
            <a:off x="4919834" y="3286256"/>
            <a:ext cx="26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63E2A52-344F-EE62-D2FF-00B8CE1051A0}"/>
              </a:ext>
            </a:extLst>
          </p:cNvPr>
          <p:cNvSpPr txBox="1"/>
          <p:nvPr/>
        </p:nvSpPr>
        <p:spPr>
          <a:xfrm>
            <a:off x="3104147" y="3286256"/>
            <a:ext cx="26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D84688C-8490-3142-5223-BFAA35F71289}"/>
              </a:ext>
            </a:extLst>
          </p:cNvPr>
          <p:cNvSpPr txBox="1"/>
          <p:nvPr/>
        </p:nvSpPr>
        <p:spPr>
          <a:xfrm>
            <a:off x="4314605" y="3286256"/>
            <a:ext cx="26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998A7C3-3890-0D0E-181D-2807A425AB68}"/>
              </a:ext>
            </a:extLst>
          </p:cNvPr>
          <p:cNvSpPr txBox="1"/>
          <p:nvPr/>
        </p:nvSpPr>
        <p:spPr>
          <a:xfrm>
            <a:off x="5525063" y="3286256"/>
            <a:ext cx="26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3AF0D78-6983-4F8B-03FE-3643668457B9}"/>
              </a:ext>
            </a:extLst>
          </p:cNvPr>
          <p:cNvSpPr txBox="1"/>
          <p:nvPr/>
        </p:nvSpPr>
        <p:spPr>
          <a:xfrm>
            <a:off x="6130292" y="3286256"/>
            <a:ext cx="26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71738DF-5F6F-171C-AF45-ECDD296901E3}"/>
              </a:ext>
            </a:extLst>
          </p:cNvPr>
          <p:cNvSpPr txBox="1"/>
          <p:nvPr/>
        </p:nvSpPr>
        <p:spPr>
          <a:xfrm>
            <a:off x="6735521" y="3286256"/>
            <a:ext cx="26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ADF811C-0F4D-1403-B2BC-737023893AA7}"/>
              </a:ext>
            </a:extLst>
          </p:cNvPr>
          <p:cNvSpPr txBox="1"/>
          <p:nvPr/>
        </p:nvSpPr>
        <p:spPr>
          <a:xfrm>
            <a:off x="7340750" y="3286256"/>
            <a:ext cx="26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8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3215DDE-072B-6F74-CE89-215EECD8EAF7}"/>
              </a:ext>
            </a:extLst>
          </p:cNvPr>
          <p:cNvSpPr txBox="1"/>
          <p:nvPr/>
        </p:nvSpPr>
        <p:spPr>
          <a:xfrm>
            <a:off x="7945979" y="3286256"/>
            <a:ext cx="26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9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FA43A69-0A87-F637-25F4-85BCBB03190F}"/>
              </a:ext>
            </a:extLst>
          </p:cNvPr>
          <p:cNvSpPr txBox="1"/>
          <p:nvPr/>
        </p:nvSpPr>
        <p:spPr>
          <a:xfrm>
            <a:off x="8551203" y="3286256"/>
            <a:ext cx="448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10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AF76E70A-F6A0-E1E0-2F82-F5D5AC4DA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142" y="3748148"/>
            <a:ext cx="468000" cy="468000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FC29C385-D1E0-4EEA-C5F7-97D9ACB94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501" y="3748148"/>
            <a:ext cx="468000" cy="468000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51FBC624-CA48-DC07-F838-90FFF09C5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860" y="3748148"/>
            <a:ext cx="468000" cy="468000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A9BF16C7-19C2-5D74-63E1-FD93366B0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937" y="3748148"/>
            <a:ext cx="468000" cy="468000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A848DE02-9585-E61E-4A46-E19B6FAB9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219" y="3748148"/>
            <a:ext cx="468000" cy="468000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2DD40E1B-4513-4D2E-589A-80B5E1EEA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578" y="3748148"/>
            <a:ext cx="468000" cy="468000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99EB4667-E5F2-0FC8-4E8A-54ED47094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296" y="3748148"/>
            <a:ext cx="468000" cy="468000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1DCEA499-1C01-14D9-7639-0E463DC85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655" y="3748148"/>
            <a:ext cx="468000" cy="468000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1FD0FDDD-74D1-E945-9C78-E6714A8D3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056" y="3748148"/>
            <a:ext cx="468000" cy="468000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F8FF29A7-6830-B95A-5059-5865F27EE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411" y="3748148"/>
            <a:ext cx="468000" cy="468000"/>
          </a:xfrm>
          <a:prstGeom prst="rect">
            <a:avLst/>
          </a:prstGeom>
        </p:spPr>
      </p:pic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EA1EB95F-0774-C254-D699-897557585811}"/>
              </a:ext>
            </a:extLst>
          </p:cNvPr>
          <p:cNvSpPr/>
          <p:nvPr/>
        </p:nvSpPr>
        <p:spPr>
          <a:xfrm>
            <a:off x="2948561" y="4267902"/>
            <a:ext cx="504000" cy="360000"/>
          </a:xfrm>
          <a:prstGeom prst="roundRect">
            <a:avLst/>
          </a:prstGeom>
          <a:solidFill>
            <a:srgbClr val="FF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29F82188-85B2-6902-26A9-F4CE948CF7B6}"/>
              </a:ext>
            </a:extLst>
          </p:cNvPr>
          <p:cNvSpPr/>
          <p:nvPr/>
        </p:nvSpPr>
        <p:spPr>
          <a:xfrm>
            <a:off x="4178505" y="4267902"/>
            <a:ext cx="504000" cy="360000"/>
          </a:xfrm>
          <a:prstGeom prst="roundRect">
            <a:avLst/>
          </a:prstGeom>
          <a:solidFill>
            <a:srgbClr val="FF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88C0C8D0-929A-BC9D-75A5-CBA359F49D83}"/>
              </a:ext>
            </a:extLst>
          </p:cNvPr>
          <p:cNvSpPr/>
          <p:nvPr/>
        </p:nvSpPr>
        <p:spPr>
          <a:xfrm>
            <a:off x="3555512" y="4267902"/>
            <a:ext cx="504000" cy="360000"/>
          </a:xfrm>
          <a:prstGeom prst="roundRect">
            <a:avLst/>
          </a:prstGeom>
          <a:solidFill>
            <a:srgbClr val="FF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4F378068-A8D6-00E2-C9AB-256E0346AFEE}"/>
              </a:ext>
            </a:extLst>
          </p:cNvPr>
          <p:cNvSpPr/>
          <p:nvPr/>
        </p:nvSpPr>
        <p:spPr>
          <a:xfrm>
            <a:off x="8523411" y="4267902"/>
            <a:ext cx="504000" cy="360000"/>
          </a:xfrm>
          <a:prstGeom prst="roundRect">
            <a:avLst/>
          </a:prstGeom>
          <a:solidFill>
            <a:srgbClr val="6AFD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7DC329ED-BADB-1B96-CF13-75A95852D8D6}"/>
              </a:ext>
            </a:extLst>
          </p:cNvPr>
          <p:cNvSpPr/>
          <p:nvPr/>
        </p:nvSpPr>
        <p:spPr>
          <a:xfrm>
            <a:off x="4785456" y="4267902"/>
            <a:ext cx="504000" cy="360000"/>
          </a:xfrm>
          <a:prstGeom prst="roundRect">
            <a:avLst/>
          </a:prstGeom>
          <a:solidFill>
            <a:srgbClr val="FF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86EF94FB-E5B8-71B5-B33A-EF9466C8B1A9}"/>
              </a:ext>
            </a:extLst>
          </p:cNvPr>
          <p:cNvSpPr/>
          <p:nvPr/>
        </p:nvSpPr>
        <p:spPr>
          <a:xfrm>
            <a:off x="5408449" y="4267902"/>
            <a:ext cx="504000" cy="360000"/>
          </a:xfrm>
          <a:prstGeom prst="roundRect">
            <a:avLst/>
          </a:prstGeom>
          <a:solidFill>
            <a:srgbClr val="FF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60569DB8-9DE7-7D58-4507-876CA3EE514E}"/>
              </a:ext>
            </a:extLst>
          </p:cNvPr>
          <p:cNvSpPr/>
          <p:nvPr/>
        </p:nvSpPr>
        <p:spPr>
          <a:xfrm>
            <a:off x="7900421" y="4267902"/>
            <a:ext cx="504000" cy="360000"/>
          </a:xfrm>
          <a:prstGeom prst="roundRect">
            <a:avLst/>
          </a:prstGeom>
          <a:solidFill>
            <a:srgbClr val="6AFD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2888574C-F814-E34D-179A-242FCCCF8661}"/>
              </a:ext>
            </a:extLst>
          </p:cNvPr>
          <p:cNvSpPr/>
          <p:nvPr/>
        </p:nvSpPr>
        <p:spPr>
          <a:xfrm>
            <a:off x="7277428" y="4267902"/>
            <a:ext cx="504000" cy="360000"/>
          </a:xfrm>
          <a:prstGeom prst="roundRect">
            <a:avLst/>
          </a:prstGeom>
          <a:solidFill>
            <a:srgbClr val="FDFA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EBD8CF12-1C77-F4BB-457F-D20231976795}"/>
              </a:ext>
            </a:extLst>
          </p:cNvPr>
          <p:cNvSpPr/>
          <p:nvPr/>
        </p:nvSpPr>
        <p:spPr>
          <a:xfrm>
            <a:off x="6031442" y="4267902"/>
            <a:ext cx="504000" cy="360000"/>
          </a:xfrm>
          <a:prstGeom prst="roundRect">
            <a:avLst/>
          </a:prstGeom>
          <a:solidFill>
            <a:srgbClr val="FF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80D5444C-33DA-B19D-1A33-5A193890F8F4}"/>
              </a:ext>
            </a:extLst>
          </p:cNvPr>
          <p:cNvSpPr/>
          <p:nvPr/>
        </p:nvSpPr>
        <p:spPr>
          <a:xfrm>
            <a:off x="6654435" y="4267902"/>
            <a:ext cx="504000" cy="360000"/>
          </a:xfrm>
          <a:prstGeom prst="roundRect">
            <a:avLst/>
          </a:prstGeom>
          <a:solidFill>
            <a:srgbClr val="FDFA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6CD45BB7-E6B7-4187-5ACF-317F2E32B6FC}"/>
              </a:ext>
            </a:extLst>
          </p:cNvPr>
          <p:cNvGrpSpPr/>
          <p:nvPr/>
        </p:nvGrpSpPr>
        <p:grpSpPr>
          <a:xfrm>
            <a:off x="7664844" y="144379"/>
            <a:ext cx="4438542" cy="7956885"/>
            <a:chOff x="7664844" y="144379"/>
            <a:chExt cx="4438542" cy="7956885"/>
          </a:xfrm>
        </p:grpSpPr>
        <p:sp>
          <p:nvSpPr>
            <p:cNvPr id="73" name="Retângulo: Cantos Arredondados 72">
              <a:extLst>
                <a:ext uri="{FF2B5EF4-FFF2-40B4-BE49-F238E27FC236}">
                  <a16:creationId xmlns:a16="http://schemas.microsoft.com/office/drawing/2014/main" id="{ECD8C80D-A6B6-A7BD-0428-1AFE27CD5905}"/>
                </a:ext>
              </a:extLst>
            </p:cNvPr>
            <p:cNvSpPr/>
            <p:nvPr/>
          </p:nvSpPr>
          <p:spPr>
            <a:xfrm>
              <a:off x="9440396" y="711546"/>
              <a:ext cx="2478400" cy="6082286"/>
            </a:xfrm>
            <a:prstGeom prst="roundRect">
              <a:avLst>
                <a:gd name="adj" fmla="val 453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CaixaDeTexto 73">
              <a:extLst>
                <a:ext uri="{FF2B5EF4-FFF2-40B4-BE49-F238E27FC236}">
                  <a16:creationId xmlns:a16="http://schemas.microsoft.com/office/drawing/2014/main" id="{AD873DD0-9A23-7B18-F901-E3A054C7345E}"/>
                </a:ext>
              </a:extLst>
            </p:cNvPr>
            <p:cNvSpPr txBox="1"/>
            <p:nvPr/>
          </p:nvSpPr>
          <p:spPr>
            <a:xfrm>
              <a:off x="9440396" y="684634"/>
              <a:ext cx="26629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>
                      <a:lumMod val="95000"/>
                    </a:schemeClr>
                  </a:solidFill>
                </a:rPr>
                <a:t>QUANTIDADE DE NOTAS POR GRUPO</a:t>
              </a:r>
            </a:p>
          </p:txBody>
        </p:sp>
        <p:pic>
          <p:nvPicPr>
            <p:cNvPr id="75" name="Imagem 74">
              <a:extLst>
                <a:ext uri="{FF2B5EF4-FFF2-40B4-BE49-F238E27FC236}">
                  <a16:creationId xmlns:a16="http://schemas.microsoft.com/office/drawing/2014/main" id="{2077852D-E861-D38B-E953-F8CB40A14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64801" b="-271900"/>
            <a:stretch>
              <a:fillRect/>
            </a:stretch>
          </p:blipFill>
          <p:spPr>
            <a:xfrm>
              <a:off x="8553013" y="144379"/>
              <a:ext cx="1800000" cy="7860632"/>
            </a:xfrm>
            <a:custGeom>
              <a:avLst/>
              <a:gdLst>
                <a:gd name="connsiteX0" fmla="*/ 0 w 1800000"/>
                <a:gd name="connsiteY0" fmla="*/ 2966426 h 7860632"/>
                <a:gd name="connsiteX1" fmla="*/ 911830 w 1800000"/>
                <a:gd name="connsiteY1" fmla="*/ 2966426 h 7860632"/>
                <a:gd name="connsiteX2" fmla="*/ 911830 w 1800000"/>
                <a:gd name="connsiteY2" fmla="*/ 7860632 h 7860632"/>
                <a:gd name="connsiteX3" fmla="*/ 0 w 1800000"/>
                <a:gd name="connsiteY3" fmla="*/ 7860632 h 7860632"/>
                <a:gd name="connsiteX4" fmla="*/ 911830 w 1800000"/>
                <a:gd name="connsiteY4" fmla="*/ 1166426 h 7860632"/>
                <a:gd name="connsiteX5" fmla="*/ 1800000 w 1800000"/>
                <a:gd name="connsiteY5" fmla="*/ 1166426 h 7860632"/>
                <a:gd name="connsiteX6" fmla="*/ 1800000 w 1800000"/>
                <a:gd name="connsiteY6" fmla="*/ 2966426 h 7860632"/>
                <a:gd name="connsiteX7" fmla="*/ 911830 w 1800000"/>
                <a:gd name="connsiteY7" fmla="*/ 2966426 h 7860632"/>
                <a:gd name="connsiteX8" fmla="*/ 0 w 1800000"/>
                <a:gd name="connsiteY8" fmla="*/ 0 h 7860632"/>
                <a:gd name="connsiteX9" fmla="*/ 911830 w 1800000"/>
                <a:gd name="connsiteY9" fmla="*/ 0 h 7860632"/>
                <a:gd name="connsiteX10" fmla="*/ 911830 w 1800000"/>
                <a:gd name="connsiteY10" fmla="*/ 1166426 h 7860632"/>
                <a:gd name="connsiteX11" fmla="*/ 0 w 1800000"/>
                <a:gd name="connsiteY11" fmla="*/ 1166426 h 78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0000" h="7860632">
                  <a:moveTo>
                    <a:pt x="0" y="2966426"/>
                  </a:moveTo>
                  <a:lnTo>
                    <a:pt x="911830" y="2966426"/>
                  </a:lnTo>
                  <a:lnTo>
                    <a:pt x="911830" y="7860632"/>
                  </a:lnTo>
                  <a:lnTo>
                    <a:pt x="0" y="7860632"/>
                  </a:lnTo>
                  <a:close/>
                  <a:moveTo>
                    <a:pt x="911830" y="1166426"/>
                  </a:moveTo>
                  <a:lnTo>
                    <a:pt x="1800000" y="1166426"/>
                  </a:lnTo>
                  <a:lnTo>
                    <a:pt x="1800000" y="2966426"/>
                  </a:lnTo>
                  <a:lnTo>
                    <a:pt x="911830" y="2966426"/>
                  </a:lnTo>
                  <a:close/>
                  <a:moveTo>
                    <a:pt x="0" y="0"/>
                  </a:moveTo>
                  <a:lnTo>
                    <a:pt x="911830" y="0"/>
                  </a:lnTo>
                  <a:lnTo>
                    <a:pt x="911830" y="1166426"/>
                  </a:lnTo>
                  <a:lnTo>
                    <a:pt x="0" y="1166426"/>
                  </a:lnTo>
                  <a:close/>
                </a:path>
              </a:pathLst>
            </a:custGeom>
          </p:spPr>
        </p:pic>
        <p:pic>
          <p:nvPicPr>
            <p:cNvPr id="76" name="Imagem 75">
              <a:extLst>
                <a:ext uri="{FF2B5EF4-FFF2-40B4-BE49-F238E27FC236}">
                  <a16:creationId xmlns:a16="http://schemas.microsoft.com/office/drawing/2014/main" id="{9164B23F-C578-D851-FE77-6C038502D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1701" t="-160364" b="-148709"/>
            <a:stretch>
              <a:fillRect/>
            </a:stretch>
          </p:blipFill>
          <p:spPr>
            <a:xfrm>
              <a:off x="7982399" y="256674"/>
              <a:ext cx="2370614" cy="7363326"/>
            </a:xfrm>
            <a:custGeom>
              <a:avLst/>
              <a:gdLst>
                <a:gd name="connsiteX0" fmla="*/ 1482444 w 2370614"/>
                <a:gd name="connsiteY0" fmla="*/ 2886558 h 7363326"/>
                <a:gd name="connsiteX1" fmla="*/ 2370614 w 2370614"/>
                <a:gd name="connsiteY1" fmla="*/ 2886558 h 7363326"/>
                <a:gd name="connsiteX2" fmla="*/ 2370614 w 2370614"/>
                <a:gd name="connsiteY2" fmla="*/ 4686558 h 7363326"/>
                <a:gd name="connsiteX3" fmla="*/ 1482444 w 2370614"/>
                <a:gd name="connsiteY3" fmla="*/ 4686558 h 7363326"/>
                <a:gd name="connsiteX4" fmla="*/ 0 w 2370614"/>
                <a:gd name="connsiteY4" fmla="*/ 0 h 7363326"/>
                <a:gd name="connsiteX5" fmla="*/ 1482444 w 2370614"/>
                <a:gd name="connsiteY5" fmla="*/ 0 h 7363326"/>
                <a:gd name="connsiteX6" fmla="*/ 1482444 w 2370614"/>
                <a:gd name="connsiteY6" fmla="*/ 2886558 h 7363326"/>
                <a:gd name="connsiteX7" fmla="*/ 570614 w 2370614"/>
                <a:gd name="connsiteY7" fmla="*/ 2886558 h 7363326"/>
                <a:gd name="connsiteX8" fmla="*/ 570614 w 2370614"/>
                <a:gd name="connsiteY8" fmla="*/ 4686558 h 7363326"/>
                <a:gd name="connsiteX9" fmla="*/ 1482444 w 2370614"/>
                <a:gd name="connsiteY9" fmla="*/ 4686558 h 7363326"/>
                <a:gd name="connsiteX10" fmla="*/ 1482444 w 2370614"/>
                <a:gd name="connsiteY10" fmla="*/ 7363326 h 7363326"/>
                <a:gd name="connsiteX11" fmla="*/ 0 w 2370614"/>
                <a:gd name="connsiteY11" fmla="*/ 7363326 h 736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70614" h="7363326">
                  <a:moveTo>
                    <a:pt x="1482444" y="2886558"/>
                  </a:moveTo>
                  <a:lnTo>
                    <a:pt x="2370614" y="2886558"/>
                  </a:lnTo>
                  <a:lnTo>
                    <a:pt x="2370614" y="4686558"/>
                  </a:lnTo>
                  <a:lnTo>
                    <a:pt x="1482444" y="4686558"/>
                  </a:lnTo>
                  <a:close/>
                  <a:moveTo>
                    <a:pt x="0" y="0"/>
                  </a:moveTo>
                  <a:lnTo>
                    <a:pt x="1482444" y="0"/>
                  </a:lnTo>
                  <a:lnTo>
                    <a:pt x="1482444" y="2886558"/>
                  </a:lnTo>
                  <a:lnTo>
                    <a:pt x="570614" y="2886558"/>
                  </a:lnTo>
                  <a:lnTo>
                    <a:pt x="570614" y="4686558"/>
                  </a:lnTo>
                  <a:lnTo>
                    <a:pt x="1482444" y="4686558"/>
                  </a:lnTo>
                  <a:lnTo>
                    <a:pt x="1482444" y="7363326"/>
                  </a:lnTo>
                  <a:lnTo>
                    <a:pt x="0" y="7363326"/>
                  </a:lnTo>
                  <a:close/>
                </a:path>
              </a:pathLst>
            </a:custGeom>
          </p:spPr>
        </p:pic>
        <p:pic>
          <p:nvPicPr>
            <p:cNvPr id="77" name="Imagem 76">
              <a:extLst>
                <a:ext uri="{FF2B5EF4-FFF2-40B4-BE49-F238E27FC236}">
                  <a16:creationId xmlns:a16="http://schemas.microsoft.com/office/drawing/2014/main" id="{3B654596-FE09-2CE9-03B4-5DF4004CF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9343" t="-135611" b="-72754"/>
            <a:stretch>
              <a:fillRect/>
            </a:stretch>
          </p:blipFill>
          <p:spPr>
            <a:xfrm>
              <a:off x="7664844" y="2550695"/>
              <a:ext cx="2688169" cy="5550569"/>
            </a:xfrm>
            <a:custGeom>
              <a:avLst/>
              <a:gdLst>
                <a:gd name="connsiteX0" fmla="*/ 1799999 w 2688169"/>
                <a:gd name="connsiteY0" fmla="*/ 2441006 h 5550569"/>
                <a:gd name="connsiteX1" fmla="*/ 2688169 w 2688169"/>
                <a:gd name="connsiteY1" fmla="*/ 2441006 h 5550569"/>
                <a:gd name="connsiteX2" fmla="*/ 2688169 w 2688169"/>
                <a:gd name="connsiteY2" fmla="*/ 4241006 h 5550569"/>
                <a:gd name="connsiteX3" fmla="*/ 1799999 w 2688169"/>
                <a:gd name="connsiteY3" fmla="*/ 4241006 h 5550569"/>
                <a:gd name="connsiteX4" fmla="*/ 0 w 2688169"/>
                <a:gd name="connsiteY4" fmla="*/ 0 h 5550569"/>
                <a:gd name="connsiteX5" fmla="*/ 1799999 w 2688169"/>
                <a:gd name="connsiteY5" fmla="*/ 0 h 5550569"/>
                <a:gd name="connsiteX6" fmla="*/ 1799999 w 2688169"/>
                <a:gd name="connsiteY6" fmla="*/ 2441006 h 5550569"/>
                <a:gd name="connsiteX7" fmla="*/ 888169 w 2688169"/>
                <a:gd name="connsiteY7" fmla="*/ 2441006 h 5550569"/>
                <a:gd name="connsiteX8" fmla="*/ 888169 w 2688169"/>
                <a:gd name="connsiteY8" fmla="*/ 4241006 h 5550569"/>
                <a:gd name="connsiteX9" fmla="*/ 1799999 w 2688169"/>
                <a:gd name="connsiteY9" fmla="*/ 4241006 h 5550569"/>
                <a:gd name="connsiteX10" fmla="*/ 1799999 w 2688169"/>
                <a:gd name="connsiteY10" fmla="*/ 5550569 h 5550569"/>
                <a:gd name="connsiteX11" fmla="*/ 0 w 2688169"/>
                <a:gd name="connsiteY11" fmla="*/ 5550569 h 555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88169" h="5550569">
                  <a:moveTo>
                    <a:pt x="1799999" y="2441006"/>
                  </a:moveTo>
                  <a:lnTo>
                    <a:pt x="2688169" y="2441006"/>
                  </a:lnTo>
                  <a:lnTo>
                    <a:pt x="2688169" y="4241006"/>
                  </a:lnTo>
                  <a:lnTo>
                    <a:pt x="1799999" y="4241006"/>
                  </a:lnTo>
                  <a:close/>
                  <a:moveTo>
                    <a:pt x="0" y="0"/>
                  </a:moveTo>
                  <a:lnTo>
                    <a:pt x="1799999" y="0"/>
                  </a:lnTo>
                  <a:lnTo>
                    <a:pt x="1799999" y="2441006"/>
                  </a:lnTo>
                  <a:lnTo>
                    <a:pt x="888169" y="2441006"/>
                  </a:lnTo>
                  <a:lnTo>
                    <a:pt x="888169" y="4241006"/>
                  </a:lnTo>
                  <a:lnTo>
                    <a:pt x="1799999" y="4241006"/>
                  </a:lnTo>
                  <a:lnTo>
                    <a:pt x="1799999" y="5550569"/>
                  </a:lnTo>
                  <a:lnTo>
                    <a:pt x="0" y="5550569"/>
                  </a:lnTo>
                  <a:close/>
                </a:path>
              </a:pathLst>
            </a:custGeom>
          </p:spPr>
        </p:pic>
      </p:grp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F2FCD654-630B-F210-7502-A0A2B3933AC7}"/>
              </a:ext>
            </a:extLst>
          </p:cNvPr>
          <p:cNvSpPr txBox="1"/>
          <p:nvPr/>
        </p:nvSpPr>
        <p:spPr>
          <a:xfrm>
            <a:off x="10205019" y="1362288"/>
            <a:ext cx="174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</a:rPr>
              <a:t>PROMOTORES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D4D06125-DA62-511D-0921-9E0A24E6BD3E}"/>
              </a:ext>
            </a:extLst>
          </p:cNvPr>
          <p:cNvSpPr txBox="1"/>
          <p:nvPr/>
        </p:nvSpPr>
        <p:spPr>
          <a:xfrm>
            <a:off x="10180647" y="3201437"/>
            <a:ext cx="174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</a:rPr>
              <a:t>NEUTROS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57F47D09-C27A-AB41-6760-2043BBC1A636}"/>
              </a:ext>
            </a:extLst>
          </p:cNvPr>
          <p:cNvSpPr txBox="1"/>
          <p:nvPr/>
        </p:nvSpPr>
        <p:spPr>
          <a:xfrm>
            <a:off x="10221237" y="5060051"/>
            <a:ext cx="174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>
                    <a:lumMod val="95000"/>
                  </a:schemeClr>
                </a:solidFill>
              </a:rPr>
              <a:t>DETRATORES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9BF3A84B-57BA-42D5-627C-88372DE0C7ED}"/>
              </a:ext>
            </a:extLst>
          </p:cNvPr>
          <p:cNvSpPr/>
          <p:nvPr/>
        </p:nvSpPr>
        <p:spPr>
          <a:xfrm>
            <a:off x="10572641" y="1833492"/>
            <a:ext cx="1088065" cy="578929"/>
          </a:xfrm>
          <a:prstGeom prst="roundRect">
            <a:avLst/>
          </a:prstGeom>
          <a:solidFill>
            <a:srgbClr val="6AFD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4F588390-F46B-6835-A18E-376FB3126F27}"/>
              </a:ext>
            </a:extLst>
          </p:cNvPr>
          <p:cNvSpPr/>
          <p:nvPr/>
        </p:nvSpPr>
        <p:spPr>
          <a:xfrm>
            <a:off x="10573073" y="2514294"/>
            <a:ext cx="1087200" cy="578929"/>
          </a:xfrm>
          <a:prstGeom prst="roundRect">
            <a:avLst/>
          </a:prstGeom>
          <a:solidFill>
            <a:srgbClr val="6AFD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9CD86139-18C4-D3FC-DDAF-220C19188189}"/>
              </a:ext>
            </a:extLst>
          </p:cNvPr>
          <p:cNvSpPr/>
          <p:nvPr/>
        </p:nvSpPr>
        <p:spPr>
          <a:xfrm>
            <a:off x="10531809" y="3656906"/>
            <a:ext cx="1088065" cy="578929"/>
          </a:xfrm>
          <a:prstGeom prst="roundRect">
            <a:avLst/>
          </a:prstGeom>
          <a:solidFill>
            <a:srgbClr val="FDFA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4A8C30AD-65DA-02E1-F3CB-62CA48E71DE7}"/>
              </a:ext>
            </a:extLst>
          </p:cNvPr>
          <p:cNvSpPr/>
          <p:nvPr/>
        </p:nvSpPr>
        <p:spPr>
          <a:xfrm>
            <a:off x="10532241" y="4337708"/>
            <a:ext cx="1087200" cy="578929"/>
          </a:xfrm>
          <a:prstGeom prst="roundRect">
            <a:avLst/>
          </a:prstGeom>
          <a:solidFill>
            <a:srgbClr val="FDFA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: Cantos Arredondados 84">
            <a:extLst>
              <a:ext uri="{FF2B5EF4-FFF2-40B4-BE49-F238E27FC236}">
                <a16:creationId xmlns:a16="http://schemas.microsoft.com/office/drawing/2014/main" id="{1292EDCF-F68C-B7CC-D77A-78A0E31515F8}"/>
              </a:ext>
            </a:extLst>
          </p:cNvPr>
          <p:cNvSpPr/>
          <p:nvPr/>
        </p:nvSpPr>
        <p:spPr>
          <a:xfrm>
            <a:off x="10560591" y="5427098"/>
            <a:ext cx="1088065" cy="578929"/>
          </a:xfrm>
          <a:prstGeom prst="roundRect">
            <a:avLst/>
          </a:prstGeom>
          <a:solidFill>
            <a:srgbClr val="FF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BA767AFA-CA33-17E1-4CE1-0F485A80A006}"/>
              </a:ext>
            </a:extLst>
          </p:cNvPr>
          <p:cNvSpPr/>
          <p:nvPr/>
        </p:nvSpPr>
        <p:spPr>
          <a:xfrm>
            <a:off x="10561023" y="6107900"/>
            <a:ext cx="1087200" cy="578929"/>
          </a:xfrm>
          <a:prstGeom prst="roundRect">
            <a:avLst/>
          </a:prstGeom>
          <a:solidFill>
            <a:srgbClr val="FF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812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49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Aharoni</vt:lpstr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Luz</dc:creator>
  <cp:lastModifiedBy>Raj Luz</cp:lastModifiedBy>
  <cp:revision>4</cp:revision>
  <dcterms:created xsi:type="dcterms:W3CDTF">2026-05-24T19:00:45Z</dcterms:created>
  <dcterms:modified xsi:type="dcterms:W3CDTF">2026-05-24T20:59:11Z</dcterms:modified>
</cp:coreProperties>
</file>